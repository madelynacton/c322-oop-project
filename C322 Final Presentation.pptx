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0745b5304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0745b5304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0745b5304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0745b5304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0745b5304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0745b5304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0745b5304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0745b5304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0745b5304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0745b5304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0745b5304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0745b5304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0745b5304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0745b5304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092ac03f7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092ac03f7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0745b5304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0745b5304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092ac03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092ac03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50745b5304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50745b5304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08784b13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08784b13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08784b13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08784b1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0745b5304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50745b5304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C322 Final Project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Christina, Maddi, James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Clothing Shop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have created an online </a:t>
            </a:r>
            <a:r>
              <a:rPr lang="en" sz="1800"/>
              <a:t>customizable clothing shop!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Our shop is responsible for creating the clothes.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Users are able to: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Sign up for our service and notifications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Order and pay for different clothing combinations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Our shop utilizes the decorator, observer, factory, and strategy design patterns.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208350"/>
            <a:ext cx="7038900" cy="10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 Pattern UML</a:t>
            </a:r>
            <a:endParaRPr/>
          </a:p>
        </p:txBody>
      </p:sp>
      <p:pic>
        <p:nvPicPr>
          <p:cNvPr id="147" name="Google Shape;147;p15" title="Screenshot 2025-04-26 at 8.19.3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525" y="732600"/>
            <a:ext cx="5214300" cy="417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509275" y="1574150"/>
            <a:ext cx="2685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Allows for easy customization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Wraps objects around other objects to modify their behavior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idx="4294967295" type="title"/>
          </p:nvPr>
        </p:nvSpPr>
        <p:spPr>
          <a:xfrm>
            <a:off x="1297500" y="196775"/>
            <a:ext cx="70389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 Pattern</a:t>
            </a:r>
            <a:endParaRPr/>
          </a:p>
        </p:txBody>
      </p:sp>
      <p:pic>
        <p:nvPicPr>
          <p:cNvPr id="154" name="Google Shape;154;p16" title="Screenshot 2025-04-26 at 8.23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325" y="2303250"/>
            <a:ext cx="3934300" cy="15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title="Screenshot 2025-04-26 at 8.24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625" y="2060175"/>
            <a:ext cx="2718126" cy="237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787075" y="1064788"/>
            <a:ext cx="41205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Clothing is our abstract base class, from there, there are three classes that extend this: Shirt, Pants, and Shoes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Decorator Pattern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04175" y="1088050"/>
            <a:ext cx="5035200" cy="19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 are three decorator classes: size decorator, customize decorator, and color decorator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Users are able to choose three sizes: small, medium, or large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They can pick three colors for their clothing: red, yellow, or blue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They can also add a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custom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design or text to their clothing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17" title="Screenshot 2025-04-26 at 8.33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150" y="1307850"/>
            <a:ext cx="3945676" cy="1444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title="Screenshot 2025-04-26 at 8.34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475" y="3032350"/>
            <a:ext cx="5255650" cy="182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Design Pattern</a:t>
            </a:r>
            <a:endParaRPr/>
          </a:p>
        </p:txBody>
      </p:sp>
      <p:pic>
        <p:nvPicPr>
          <p:cNvPr id="170" name="Google Shape;170;p18" title="Screenshot 2025-04-26 at 8.45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700" y="1307850"/>
            <a:ext cx="6132651" cy="31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289375" y="1678325"/>
            <a:ext cx="1990800" cy="1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Users are able to change behavior at runtime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Benefits from loose coupling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Design Pattern</a:t>
            </a:r>
            <a:endParaRPr/>
          </a:p>
        </p:txBody>
      </p:sp>
      <p:pic>
        <p:nvPicPr>
          <p:cNvPr id="177" name="Google Shape;177;p19" title="Screenshot 2025-04-26 at 8.49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513" y="1100187"/>
            <a:ext cx="4612748" cy="25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title="Screenshot 2025-04-26 at 8.50.2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4525" y="3777125"/>
            <a:ext cx="4431124" cy="11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title="Screenshot 2025-04-26 at 8.50.5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775" y="3799425"/>
            <a:ext cx="3993251" cy="108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196775" y="1724625"/>
            <a:ext cx="39006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Payment Method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is our abstract class, we have two payment methods available: paypal and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credit card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Each payment method will have a different tax behavior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Design Pattern</a:t>
            </a:r>
            <a:endParaRPr/>
          </a:p>
        </p:txBody>
      </p:sp>
      <p:pic>
        <p:nvPicPr>
          <p:cNvPr id="186" name="Google Shape;186;p20" title="Screenshot 2025-04-26 at 8.56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50" y="2987050"/>
            <a:ext cx="3597775" cy="142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title="Screenshot 2025-04-26 at 8.56.5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5425" y="3091225"/>
            <a:ext cx="4932601" cy="12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title="Screenshot 2025-04-26 at 8.57.2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5425" y="1204075"/>
            <a:ext cx="4932600" cy="136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05125" y="1446825"/>
            <a:ext cx="3194700" cy="15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There are two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different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tax behaviors: a 5% fee for purchases made with a credit card, and no fee for all other options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Observer Pattern Code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89975" y="1448575"/>
            <a:ext cx="25527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Observer Interface: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defines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update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method for classes to receive notifications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Subject Interface: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registers, removes, and notifies shoppers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Shopper Class: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ensures each shopper receives updates from ShopperNotifications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1" lang="en" sz="13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ShopperNotifications:</a:t>
            </a:r>
            <a:r>
              <a:rPr b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stores ArrayList of shoppers and notifies them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6" name="Google Shape;1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088" y="1056250"/>
            <a:ext cx="21050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4437" y="1922813"/>
            <a:ext cx="2346050" cy="79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2675" y="3242576"/>
            <a:ext cx="3088351" cy="182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8875" y="916825"/>
            <a:ext cx="3375125" cy="422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Observer</a:t>
            </a:r>
            <a:r>
              <a:rPr lang="en"/>
              <a:t> Pattern UML</a:t>
            </a:r>
            <a:endParaRPr/>
          </a:p>
        </p:txBody>
      </p:sp>
      <p:pic>
        <p:nvPicPr>
          <p:cNvPr id="205" name="Google Shape;205;p22" title="Screenshot 2025-04-26 at 9.19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1900" y="1170875"/>
            <a:ext cx="4304096" cy="353084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178700" y="1759350"/>
            <a:ext cx="4233300" cy="19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Shopper implements Observer interface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ShopperNotifcations implements subject interface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Registers and maintains a list of shoppers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Notifies shoppers for sales, new products, and order updates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Pattern Code</a:t>
            </a:r>
            <a:endParaRPr/>
          </a:p>
        </p:txBody>
      </p:sp>
      <p:pic>
        <p:nvPicPr>
          <p:cNvPr id="212" name="Google Shape;2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75" y="2950475"/>
            <a:ext cx="3973275" cy="179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725" y="1194125"/>
            <a:ext cx="4724724" cy="35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45100" y="1430313"/>
            <a:ext cx="41568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ProductFactory defines behavior for other factories to create and customize products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ClothingFactory extends ProductFactory and creates and allows for clothing to be created and decorated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Pattern UML</a:t>
            </a:r>
            <a:endParaRPr/>
          </a:p>
        </p:txBody>
      </p:sp>
      <p:pic>
        <p:nvPicPr>
          <p:cNvPr id="220" name="Google Shape;220;p24" title="Screenshot 2025-04-26 at 9.20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6325" y="1307850"/>
            <a:ext cx="6537775" cy="29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0" y="1605300"/>
            <a:ext cx="2315400" cy="19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ClothingFactory extends ProductFactory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ClothingFactory is associated with and produces Clothing types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ShopModel, ShopController, and ShopView all use ProductFactory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Model-View-Controller Pattern (GUI)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196775" y="1724625"/>
            <a:ext cx="2893800" cy="20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Implemented GUI with Model-View-Controller Pattern.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8" name="Google Shape;2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98" y="3546948"/>
            <a:ext cx="7342276" cy="141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475" y="1144839"/>
            <a:ext cx="4441376" cy="3685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1700" y="1144850"/>
            <a:ext cx="3529025" cy="15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Model-View-Controller Pattern (GUI)</a:t>
            </a:r>
            <a:endParaRPr/>
          </a:p>
        </p:txBody>
      </p:sp>
      <p:sp>
        <p:nvSpPr>
          <p:cNvPr id="236" name="Google Shape;236;p26"/>
          <p:cNvSpPr txBox="1"/>
          <p:nvPr/>
        </p:nvSpPr>
        <p:spPr>
          <a:xfrm>
            <a:off x="196775" y="1507150"/>
            <a:ext cx="39006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Model: manages logic and rules of application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View: displays data to user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Controller: handles user input, updates model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7" name="Google Shape;2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2170" y="1307850"/>
            <a:ext cx="4253206" cy="162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262825"/>
            <a:ext cx="4275501" cy="1626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525" y="2867877"/>
            <a:ext cx="3014624" cy="21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Overview</a:t>
            </a:r>
            <a:endParaRPr/>
          </a:p>
        </p:txBody>
      </p:sp>
      <p:pic>
        <p:nvPicPr>
          <p:cNvPr id="245" name="Google Shape;245;p27" title="Screenshot 2025-04-26 at 8.42.55 PM.png"/>
          <p:cNvPicPr preferRelativeResize="0"/>
          <p:nvPr/>
        </p:nvPicPr>
        <p:blipFill rotWithShape="1">
          <a:blip r:embed="rId3">
            <a:alphaModFix/>
          </a:blip>
          <a:srcRect b="0" l="-653" r="-3016" t="-3669"/>
          <a:stretch/>
        </p:blipFill>
        <p:spPr>
          <a:xfrm>
            <a:off x="115750" y="1214075"/>
            <a:ext cx="9144002" cy="322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